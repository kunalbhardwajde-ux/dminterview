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LMS Pro Suite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learning operations to interview-ready skill prioritization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5FD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Complex Problem -&gt; Built System -&gt; Explainable Decisions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Problem: random candidate interviews cause poor project-fit outcomes.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Solution: rank employees using completed-course evidence and organizational scope.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Tech: ASP.NET Core modular API + SQL Server + React with mock or real API modes.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1) Problem Framing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is hard and why a full system is needed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dataset must serve leaders, team managers, and individual learners differently.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Mandatory compliance, deadlines, and provider progress sync must remain consistent.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Staffing must become evidence-based, not manager memory or random selection.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requires policy modeling, scoped analytics, and integration-safe workflows.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2) System Design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Modular monolith architecture with future microservice path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Composition root configures SQL Server, CORS, integration clients, and endpoint modules.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modules: departments, teams, learners, courses, assignments, dashboard, reports, integrations.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Code-first EF constraints enforce data integrity (unique employee code/email, provider course identity).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API adapter allows one-click switch between in-memory mock and real backend endpoints.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4480560"/>
            <a:ext cx="108813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892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5F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flow: React UI -&gt; API adapter -&gt; (Mock engine OR Backend API) -&gt; SQL + Provider integrations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Manager Command Center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filters, KPIs, assignment operations, progress and compliance</a:t>
            </a:r>
            <a:endParaRPr lang="en-US" sz="1200" dirty="0"/>
          </a:p>
        </p:txBody>
      </p:sp>
      <p:pic>
        <p:nvPicPr>
          <p:cNvPr id="5" name="Image 0" descr="C:\interview\dm\presentation-assets\slide-01-manager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111556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Skill-Based Interview Priority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project skill keywords into ranked candidate shortlists</a:t>
            </a:r>
            <a:endParaRPr lang="en-US" sz="1200" dirty="0"/>
          </a:p>
        </p:txBody>
      </p:sp>
      <p:pic>
        <p:nvPicPr>
          <p:cNvPr id="5" name="Image 0" descr="C:\interview\dm\presentation-assets\slide-02-skill-prio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111556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Explainability: Expanded Candidate Details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employee, show complete matched skills and matched completed courses</a:t>
            </a:r>
            <a:endParaRPr lang="en-US" sz="1200" dirty="0"/>
          </a:p>
        </p:txBody>
      </p:sp>
      <p:pic>
        <p:nvPicPr>
          <p:cNvPr id="5" name="Image 0" descr="C:\interview\dm\presentation-assets\slide-03-skill-expa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111556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Learner Portal Personas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Individual privacy scope and team-manager monitoring scope</a:t>
            </a:r>
            <a:endParaRPr lang="en-US" sz="1200" dirty="0"/>
          </a:p>
        </p:txBody>
      </p:sp>
      <p:pic>
        <p:nvPicPr>
          <p:cNvPr id="5" name="Image 0" descr="C:\interview\dm\presentation-assets\slide-04-learner-por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111556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3) Tradeoffs and Decisions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was chosen, alternatives, and what would change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Modular monolith now, extraction to microservices later for speed and maintainability.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 scoring chosen for explainability and fast delivery; semantic matching is next iteration.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On-demand sync endpoints simplify MVP; production should move to background workers and retries.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 mode ensures demo continuity; contract tests are needed to prevent drift over time.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4) Failure Modes and Behavior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system degrades and recovers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sync unavailable: core LMS still operates with existing assignments and local/mock data.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 operations blocked by validation and DB constraints (duplicate identities, bad targets).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exact skill keyword match: shortlist still returns ranked employees (lower priority tiers).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downtime: frontend can run in mock mode for uninterrupted demo and validation.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and Production Readiness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 beyond MVP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authentication/authorization and audit trails for assignment and scoring actions.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 skill taxonomy + embeddings for semantic role-to-skill mapping.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background sync scheduler, queue-based retries, and observability dashboards.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weighted scoring controls for hiring leads and project managers.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Interview Submission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LMS Pro Suite - System Design and Skill Prioritization</dc:title>
  <dc:subject>LMS Tracking System</dc:subject>
  <dc:creator>Kunal</dc:creator>
  <cp:lastModifiedBy>Kunal</cp:lastModifiedBy>
  <cp:revision>1</cp:revision>
  <dcterms:created xsi:type="dcterms:W3CDTF">2026-08-02T14:50:41Z</dcterms:created>
  <dcterms:modified xsi:type="dcterms:W3CDTF">2026-08-02T14:50:41Z</dcterms:modified>
</cp:coreProperties>
</file>